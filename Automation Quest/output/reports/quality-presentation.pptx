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Quality Navigator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Competition execution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Source: README.md</a:t>
            </a:r>
          </a:p>
          <a:p>
            <a:pPr>
              <a:spcAft>
                <a:spcPts val="800"/>
              </a:spcAft>
              <a:defRPr sz="1800"/>
            </a:pPr>
            <a:r>
              <a:t>SHA-256: 38933bf8f9a3c17a134bbc0cc449c9b4c786d1b233db627788307a6204b0ad37</a:t>
            </a:r>
          </a:p>
          <a:p>
            <a:pPr>
              <a:spcAft>
                <a:spcPts val="800"/>
              </a:spcAft>
              <a:defRPr sz="1800"/>
            </a:pPr>
            <a:r>
              <a:t>AI-generated interpretation requires human review before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Risk-prioritized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P1 | REQ-001 | Automation Quest</a:t>
            </a:r>
          </a:p>
          <a:p>
            <a:pPr>
              <a:spcAft>
                <a:spcPts val="800"/>
              </a:spcAft>
              <a:defRPr sz="1800"/>
            </a:pPr>
            <a:r>
              <a:t>P2 | REQ-002 | Framework Workflow</a:t>
            </a:r>
          </a:p>
          <a:p>
            <a:pPr>
              <a:spcAft>
                <a:spcPts val="800"/>
              </a:spcAft>
              <a:defRPr sz="1800"/>
            </a:pPr>
            <a:r>
              <a:t>P2 | REQ-003 | &gt; Prioritize business-risk workflows</a:t>
            </a:r>
          </a:p>
          <a:p>
            <a:pPr>
              <a:spcAft>
                <a:spcPts val="800"/>
              </a:spcAft>
              <a:defRPr sz="1800"/>
            </a:pPr>
            <a:r>
              <a:t>P1 | REQ-004 | &gt; Automate stable web and Android journeys</a:t>
            </a:r>
          </a:p>
          <a:p>
            <a:pPr>
              <a:spcAft>
                <a:spcPts val="800"/>
              </a:spcAft>
              <a:defRPr sz="1800"/>
            </a:pPr>
            <a:r>
              <a:t>P1 | REQ-005 | &gt; Capture evidence and classify failures</a:t>
            </a:r>
          </a:p>
          <a:p>
            <a:pPr>
              <a:spcAft>
                <a:spcPts val="800"/>
              </a:spcAft>
              <a:defRPr sz="1800"/>
            </a:pPr>
            <a:r>
              <a:t>P1 | REQ-006 | &gt; Validate safe locator fallback where needed</a:t>
            </a:r>
          </a:p>
          <a:p>
            <a:pPr>
              <a:spcAft>
                <a:spcPts val="800"/>
              </a:spcAft>
              <a:defRPr sz="1800"/>
            </a:pPr>
            <a:r>
              <a:t>P1 | REQ-007 | &gt; Summarize execution and recommend next coverage</a:t>
            </a:r>
          </a:p>
          <a:p>
            <a:pPr>
              <a:spcAft>
                <a:spcPts val="800"/>
              </a:spcAft>
              <a:defRPr sz="1800"/>
            </a:pPr>
            <a:r>
              <a:t>P1 | REQ-008 | &gt; Hand supported potential product defects to Bug Quest</a:t>
            </a:r>
          </a:p>
          <a:p>
            <a:pPr>
              <a:spcAft>
                <a:spcPts val="800"/>
              </a:spcAft>
              <a:defRPr sz="1800"/>
            </a:pPr>
            <a:r>
              <a:t>P1 | REQ-009 | What is included</a:t>
            </a:r>
          </a:p>
          <a:p>
            <a:pPr>
              <a:spcAft>
                <a:spcPts val="800"/>
              </a:spcAft>
              <a:defRPr sz="1800"/>
            </a:pPr>
            <a:r>
              <a:t>P1 | REQ-010 | Web UI tests using pytest and Playwright</a:t>
            </a:r>
          </a:p>
          <a:p>
            <a:pPr>
              <a:spcAft>
                <a:spcPts val="800"/>
              </a:spcAft>
              <a:defRPr sz="1800"/>
            </a:pPr>
            <a:r>
              <a:t>P1 | REQ-011 | Android native/mobile-web test seam using pytest and Appium</a:t>
            </a:r>
          </a:p>
          <a:p>
            <a:pPr>
              <a:spcAft>
                <a:spcPts val="800"/>
              </a:spcAft>
              <a:defRPr sz="1800"/>
            </a:pPr>
            <a:r>
              <a:t>P1 | REQ-012 | Page objects, configuration, test data, and reusable assertions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Command: E:\workspace\testautothon-2026\.venv\Scripts\python.exe -m pytest --collect-only</a:t>
            </a:r>
          </a:p>
          <a:p>
            <a:pPr>
              <a:spcAft>
                <a:spcPts val="800"/>
              </a:spcAft>
              <a:defRPr sz="1800"/>
            </a:pPr>
            <a:r>
              <a:t>Tests: 0</a:t>
            </a:r>
          </a:p>
          <a:p>
            <a:pPr>
              <a:spcAft>
                <a:spcPts val="800"/>
              </a:spcAft>
              <a:defRPr sz="1800"/>
            </a:pPr>
            <a:r>
              <a:t>Failures: 0</a:t>
            </a:r>
          </a:p>
          <a:p>
            <a:pPr>
              <a:spcAft>
                <a:spcPts val="800"/>
              </a:spcAft>
              <a:defRPr sz="1800"/>
            </a:pPr>
            <a:r>
              <a:t>Errors: 0</a:t>
            </a:r>
          </a:p>
          <a:p>
            <a:pPr>
              <a:spcAft>
                <a:spcPts val="800"/>
              </a:spcAft>
              <a:defRPr sz="1800"/>
            </a:pPr>
            <a:r>
              <a:t>Skipped: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and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Review HTML dashboard, JUnit XML, screenshots, traces, and video before sharing.</a:t>
            </a:r>
          </a:p>
          <a:p>
            <a:pPr>
              <a:spcAft>
                <a:spcPts val="800"/>
              </a:spcAft>
              <a:defRPr sz="1800"/>
            </a:pPr>
            <a:r>
              <a:t>Classify failed tests before treating any failure as a potential product defect.</a:t>
            </a:r>
          </a:p>
          <a:p>
            <a:pPr>
              <a:spcAft>
                <a:spcPts val="800"/>
              </a:spcAft>
              <a:defRPr sz="1800"/>
            </a:pPr>
            <a:r>
              <a:t>Automate only journeys verified against the supplied application and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